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AI Signal Processing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900"/>
              <a:t>Capstone Project for ECE Students</a:t>
            </a:r>
          </a:p>
          <a:p>
            <a:r>
              <a:rPr sz="1900"/>
              <a:t>Name: __________  |  Roll No.: __________  |  Department: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Explain six core signal-processing topics</a:t>
            </a:r>
          </a:p>
          <a:p>
            <a:r>
              <a:rPr sz="1900"/>
              <a:t>• Generate reproducible Python demonstrations</a:t>
            </a:r>
          </a:p>
          <a:p>
            <a:r>
              <a:rPr sz="1900"/>
              <a:t>• Verify outputs against theory</a:t>
            </a:r>
          </a:p>
          <a:p>
            <a:r>
              <a:rPr sz="1900"/>
              <a:t>• Compare AI tools and prompting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Six signal-processing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Sampling: continuous-time to discrete-time</a:t>
            </a:r>
          </a:p>
          <a:p>
            <a:r>
              <a:rPr sz="1900"/>
              <a:t>• Aliasing: frequency ambiguity from undersampling</a:t>
            </a:r>
          </a:p>
          <a:p>
            <a:r>
              <a:rPr sz="1900"/>
              <a:t>• FFT: frequency-domain representation</a:t>
            </a:r>
          </a:p>
          <a:p>
            <a:r>
              <a:rPr sz="1900"/>
              <a:t>• Low-pass filter: attenuate higher frequencies</a:t>
            </a:r>
          </a:p>
          <a:p>
            <a:r>
              <a:rPr sz="1900"/>
              <a:t>• Convolution: input combined with system response</a:t>
            </a:r>
          </a:p>
          <a:p>
            <a:r>
              <a:rPr sz="1900"/>
              <a:t>• Noise: random or unwanted signal component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Python demonstrations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NumPy and Matplotlib</a:t>
            </a:r>
          </a:p>
          <a:p>
            <a:r>
              <a:rPr sz="1900"/>
              <a:t>• One demonstration per topic</a:t>
            </a:r>
          </a:p>
          <a:p>
            <a:r>
              <a:rPr sz="1900"/>
              <a:t>• Numerical assertions and labelled plots</a:t>
            </a:r>
          </a:p>
          <a:p>
            <a:r>
              <a:rPr sz="1900"/>
              <a:t>• Run the notebook in Google Colab</a:t>
            </a:r>
          </a:p>
          <a:p>
            <a:r>
              <a:rPr sz="1900"/>
              <a:t>• Inspect the plots, not just whether code executes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Verification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Compare results with theory and trusted sources</a:t>
            </a:r>
          </a:p>
          <a:p>
            <a:r>
              <a:rPr sz="1900"/>
              <a:t>• Sampling: 50 samples at 50 Hz over 1 second</a:t>
            </a:r>
          </a:p>
          <a:p>
            <a:r>
              <a:rPr sz="1900"/>
              <a:t>• Aliasing: 9 Hz sampled at 12 Hz gives a 3 Hz alias</a:t>
            </a:r>
          </a:p>
          <a:p>
            <a:r>
              <a:rPr sz="1900"/>
              <a:t>• FFT: expected peaks at 5 Hz and 15 Hz</a:t>
            </a:r>
          </a:p>
          <a:p>
            <a:r>
              <a:rPr sz="1900"/>
              <a:t>• Convolution: [1,2,3] * [1,1] = [1,3,5,3]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comparison and responsible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Compare ChatGPT, Gemini and Claude</a:t>
            </a:r>
          </a:p>
          <a:p>
            <a:r>
              <a:rPr sz="1900"/>
              <a:t>• Test a short prompt and a verification-focused prompt</a:t>
            </a:r>
          </a:p>
          <a:p>
            <a:r>
              <a:rPr sz="1900"/>
              <a:t>• Record actual results; do not invent findings</a:t>
            </a:r>
          </a:p>
          <a:p>
            <a:r>
              <a:rPr sz="1900"/>
              <a:t>• AI can produce incorrect formulas, code or references</a:t>
            </a:r>
          </a:p>
          <a:p>
            <a:r>
              <a:rPr sz="1900"/>
              <a:t>• Human verification is essential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Conclusion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900"/>
              <a:t>• AI can accelerate learning, coding and study-guide creation</a:t>
            </a:r>
          </a:p>
          <a:p>
            <a:r>
              <a:rPr sz="1900"/>
              <a:t>• Verification is part of the engineering workflow</a:t>
            </a:r>
          </a:p>
          <a:p>
            <a:r>
              <a:rPr sz="1900"/>
              <a:t>• References: Oppenheim &amp; Schafer, Discrete-Time Signal Processing</a:t>
            </a:r>
          </a:p>
          <a:p>
            <a:r>
              <a:rPr sz="1900"/>
              <a:t>• NumPy FFT: numpy.org/doc/stable/reference/routines.fft.html</a:t>
            </a:r>
          </a:p>
          <a:p>
            <a:r>
              <a:rPr sz="1900"/>
              <a:t>• NumPy convolution: numpy.org/doc/stable/reference/generated/numpy.convolve.html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